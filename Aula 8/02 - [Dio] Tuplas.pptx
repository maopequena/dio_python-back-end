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Consolas" panose="020B0609020204030204" pitchFamily="49" charset="0"/>
      <p:regular r:id="rId37"/>
      <p:bold r:id="rId38"/>
      <p:italic r:id="rId39"/>
      <p:boldItalic r:id="rId40"/>
    </p:embeddedFont>
    <p:embeddedFont>
      <p:font typeface="Fira Code" panose="020B0809050000020004" pitchFamily="49" charset="0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g+xvTzoqFtZYYXAT37SQKPXPXY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31CC04-6CE0-4BBD-9E59-AD2B9CBD1851}">
  <a:tblStyle styleId="{9C31CC04-6CE0-4BBD-9E59-AD2B9CBD185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customschemas.google.com/relationships/presentationmetadata" Target="meta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63b23ef7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1463b23ef7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235a5df4d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235a5df4d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3b23ef7e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3b23ef7e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3b23ef7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3b23ef7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3b23ef7e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3b23ef7e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3b23ef7e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3b23ef7e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3b23ef7e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3b23ef7e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3b23ef7e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3b23ef7e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3b23ef7e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3b23ef7e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463b23ef7e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1463b23ef7e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463b23ef7e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1463b23ef7e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3b23ef7e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1463b23ef7e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3b23ef7e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1463b23ef7e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463b23ef7e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1463b23ef7e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63b23ef7e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1463b23ef7e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63b23ef7e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1463b23ef7e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463b23ef7e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1463b23ef7e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463b23ef7e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1463b23ef7e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463b23ef7e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463b23ef7e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463b23ef7e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1463b23ef7e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Tuplas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1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tupla.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63b23ef7e_0_4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1463b23ef7e_0_4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g1463b23ef7e_0_4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Criação e acesso aos dados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g1463b23ef7e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1463b23ef7e_0_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Tuplas são estruturas de dados muito parecidas com as listas, a principal diferença é que tuplas são imutáveis enquanto listas são mutáveis. Podemos criar tuplas através da classe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tuple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ou colocando valores separados por vírgula de parenteses.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tuplas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235a5df4d9_0_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235a5df4d9_0_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235a5df4d9_0_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235a5df4d9_0_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letras = tuple(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tuple([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pais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"Brasil"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3b23ef7e_0_6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tupla é uma sequência, portanto podemos acessar seus dados utilizando índices. Contamos o índice de determinada sequência a partir do zero.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3b23ef7e_0_6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Acesso direto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3b23ef7e_0_6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3b23ef7e_0_6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3b23ef7e_0_6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3b23ef7e_0_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3b23ef7e_0_6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maçã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uva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3b23ef7e_0_7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Sequências suportam indexação negativa. A contagem começa em -1.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3b23ef7e_0_7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Índices negativos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3b23ef7e_0_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3b23ef7e_0_8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3b23ef7e_0_8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3b23ef7e_0_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3b23ef7e_0_8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"maçã"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"laranja"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"pera"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pera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frutas[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laranja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3b23ef7e_0_8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Tuplas podem armazenar todos os tipos de objetos Python, portanto podemos ter tuplas que armazenam outras tuplas. Com isso podemos criar estruturas bidimensionais (tabelas), e acessar informando os índices de linha e coluna. 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3b23ef7e_0_8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Tuplas aninhadas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3b23ef7e_0_8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3b23ef7e_0_9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3b23ef7e_0_9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3b23ef7e_0_9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3b23ef7e_0_9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 = (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(1, "a", 2)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matriz[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"c"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3b23ef7e_0_10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Além de acessar elementos diretamente, podemos extrair um conjunto de valores de uma sequência. Para isso basta passar o índice inicial e/ou final para acessar o conjunto. Podemos ainda informar quantas posições o cursor deve "pular" no acesso.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1463b23ef7e_0_10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Fatiamento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g1463b23ef7e_0_1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3b23ef7e_0_10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63b23ef7e_0_10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6" name="Google Shape;166;g1463b23ef7e_0_10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7" name="Google Shape;167;g1463b23ef7e_0_10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"y"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("t", "h", "o", "n")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("p", "y")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("y", "t")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("p", "t")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tupla[::]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("p", "y", "t", "h", "o", "n")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tupla[::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("n", "o", "h", "t", "y", "p")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463b23ef7e_0_11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uma tupla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463b23ef7e_0_11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tuplas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g1463b23ef7e_0_1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463b23ef7e_0_11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1463b23ef7e_0_11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g1463b23ef7e_0_1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2" name="Google Shape;182;g1463b23ef7e_0_119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print(carro)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63b23ef7e_0_12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Às vezes é necessário saber qual o índice do objeto dentro do laço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Para isso podemos usar a função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enumerate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1463b23ef7e_0_12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Função enumerate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g1463b23ef7e_0_1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463b23ef7e_0_13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1463b23ef7e_0_13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g1463b23ef7e_0_1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7" name="Google Shape;197;g1463b23ef7e_0_132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indice,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enumerate(carros):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{indice}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{carro}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463b23ef7e_0_17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g1463b23ef7e_0_17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sp>
        <p:nvSpPr>
          <p:cNvPr id="204" name="Google Shape;204;g1463b23ef7e_0_17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463b23ef7e_0_17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1463b23ef7e_0_173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1463b23ef7e_0_173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463b23ef7e_0_182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1463b23ef7e_0_182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g1463b23ef7e_0_182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tuple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5" name="Google Shape;215;g1463b23ef7e_0_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1463b23ef7e_0_18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463b23ef7e_0_2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1463b23ef7e_0_2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().count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g1463b23ef7e_0_2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4" name="Google Shape;224;g1463b23ef7e_0_23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"vermelho"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"azul"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cores.count(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"verde"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63b23ef7e_0_2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1463b23ef7e_0_2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().index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1" name="Google Shape;231;g1463b23ef7e_0_2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2" name="Google Shape;232;g1463b23ef7e_0_24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3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linguagens.index(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463b23ef7e_0_30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1463b23ef7e_0_30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9" name="Google Shape;239;g1463b23ef7e_0_3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40" name="Google Shape;240;g1463b23ef7e_0_30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{9C31CC04-6CE0-4BBD-9E59-AD2B9CBD1851}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linguagens = 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"java"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"csharp"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len(linguagens)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5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463b23ef7e_0_35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6" name="Google Shape;246;g1463b23ef7e_0_3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sp>
        <p:nvSpPr>
          <p:cNvPr id="247" name="Google Shape;247;g1463b23ef7e_0_35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1463b23ef7e_0_35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1463b23ef7e_0_355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1463b23ef7e_0_355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7" name="Google Shape;257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4" name="Google Shape;2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7937C956-5BBC-462B-95D8-C9A26C1B9D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809E0F-6B4F-4C00-A4A6-81568FCBFB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5D6A0D5-63B7-4787-A90D-D60279A53164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27</Slides>
  <Notes>27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28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2025-11-10T02:51:29Z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