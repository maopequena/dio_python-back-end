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Consolas" panose="020B0609020204030204" pitchFamily="49" charset="0"/>
      <p:regular r:id="rId41"/>
      <p:bold r:id="rId42"/>
      <p:italic r:id="rId43"/>
      <p:boldItalic r:id="rId44"/>
    </p:embeddedFont>
    <p:embeddedFont>
      <p:font typeface="Fira Code" panose="020B0809050000020004" pitchFamily="49" charset="0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jYpCQ8suS4KKHvH0VhS1gpB2xW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22E731-7A8A-4888-BF3A-72475743BA48}">
  <a:tblStyle styleId="{6322E731-7A8A-4888-BF3A-72475743BA4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7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6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643db34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g14643db34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643db344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14643db344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4643db344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4643db3440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4643db344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4643db344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43db344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43db344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43db3440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43db3440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43db344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43db344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43db3440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43db3440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43db3440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43db3440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43db3440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43db3440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43db3440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43db3440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43db3440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14643db3440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643db3440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14643db3440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4643db344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14643db344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4643db3440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14643db3440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4643db3440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14643db3440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4643db3440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14643db3440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4643db3440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14643db3440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4643db3440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14643db3440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643db3440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643db3440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4643db3440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14643db3440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4643db3440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14643db3440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4643db3440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g14643db3440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4643db3440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14643db3440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465265403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1465265403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4643db3440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14643db3440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Dicionários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1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dicionário.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4643db3440_0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g14643db3440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0" name="Google Shape;80;g14643db3440_0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14643db3440_0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14643db3440_0_0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14643db3440_0_0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dict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643db3440_0_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14643db3440_0_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g14643db3440_0_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Criação e acesso aos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g14643db3440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4643db3440_0_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4643db3440_0_1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dicionário é um conjunto não-ordenado de pares chave:valor, onde as chaves são únicas em uma dada instância do dicionário. Dicionários são delimitados por chaves: {}, e contém uma lista de pares chave:valor separada por vírgulas.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4643db3440_0_1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dicionários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4643db3440_0_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4643db3440_0_2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4643db3440_0_2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4643db3440_0_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4643db3440_0_2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 = dict(nome=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idade=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"Guilherme", "idade": 28, "telefone": "3333-1234"}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43db3440_0_3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Os dados são acessados e modificados através da chave.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43db3440_0_3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Acesso aos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43db3440_0_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43db3440_0_3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43db3440_0_3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43db3440_0_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43db3440_0_3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"Guilherme"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28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"3333-1234"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"Maria"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"9988-1781"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"Maria", "idade": 18, "telefone": "9988-1781"}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43db3440_0_5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Dicionários podem armazenar qualquer tipo de objeto Python como valor, desde que a chave para esse valor seja um objeto imutável como (strings e números).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43db3440_0_5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Dicionários aninhados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43db3440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43db3440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43db3440_0_6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43db3440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43db3440_0_6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"3443-2121"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43db3440_0_8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 dicionário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43db3440_0_8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dicionários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43db3440_0_8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43db3440_0_8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43db3440_0_8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43db3440_0_8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43db3440_0_8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print(chave, contatos[chave])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chave, valor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contatos.items():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print(chave, valor)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guilherme@gmail.com {'nome': 'Guilherme', 'telefone': '3333-2221'}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giovanna@gmail.com {'nome': 'Giovanna', 'telefone': '3443-2121'}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chappie@gmail.com {'nome': 'Chappie', 'telefone': '3344-9871'}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melaine@gmail.com {'nome': 'Melaine', 'telefone': '3333-7766'}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43db3440_0_10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4643db3440_0_1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  <p:sp>
        <p:nvSpPr>
          <p:cNvPr id="159" name="Google Shape;159;g14643db3440_0_10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14643db3440_0_10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4643db3440_0_108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14643db3440_0_108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dict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4643db3440_0_117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643db3440_0_117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4643db3440_0_117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dict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0" name="Google Shape;170;g14643db3440_0_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14643db3440_0_1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43db3440_0_12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14643db3440_0_12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{}.clear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g14643db3440_0_1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79" name="Google Shape;179;g14643db3440_0_12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contatos.clear()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43db3440_0_13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14643db3440_0_13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{}.copy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6" name="Google Shape;186;g14643db3440_0_1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7" name="Google Shape;187;g14643db3440_0_13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copia = contatos.copy()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copia[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"Guilherme", "telefone": "3333-2221"}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copia[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"Gui"}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643db3440_0_20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14643db3440_0_20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{}.fromkeys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g14643db3440_0_20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5" name="Google Shape;195;g14643db3440_0_203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dict.fromkeys([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None, "telefone": None}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dict.fromkeys([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"vazio"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"vazio", "telefone": "vazio"}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4643db3440_0_21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14643db3440_0_21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{}.get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g14643db3440_0_2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03" name="Google Shape;203;g14643db3440_0_21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"chave"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KeyError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contatos.get(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"chave"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None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contatos.get(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"chave"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{})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contatos.get(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{})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{"guilherme@gmail.com": {"nome": "Guilherme", "telefone": "3333-2221"}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4643db3440_0_21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14643db3440_0_21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{}.items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g14643db3440_0_2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1" name="Google Shape;211;g14643db3440_0_21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contatos.items()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dict_items([('guilherme@gmail.com', {'nome': 'Guilherme', 'telefone': '3333-2221'})])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4643db3440_0_22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14643db3440_0_22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{}.keys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8" name="Google Shape;218;g14643db3440_0_2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9" name="Google Shape;219;g14643db3440_0_22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contatos.keys()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dict_keys(['guilherme@gmail.com'])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4643db3440_0_23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14643db3440_0_23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{}.pop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6" name="Google Shape;226;g14643db3440_0_2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7" name="Google Shape;227;g14643db3440_0_23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{'nome': 'Guilherme', 'telefone': '3333-2221'}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{})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4643db3440_0_2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14643db3440_0_2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{}.popitem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g14643db3440_0_2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5" name="Google Shape;235;g14643db3440_0_23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contatos.popitem()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('guilherme@gmail.com', {'nome': 'Guilherme', 'telefone': '3333-2221'})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contatos.popitem()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KeyError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4643db3440_0_2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14643db3440_0_2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{}.setdefault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g14643db3440_0_2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43" name="Google Shape;243;g14643db3440_0_24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'nome'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'Guilherme'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'telefone'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'3333-2221'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contato.setdefault(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"Guilherme"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{'nome': 'Guilherme', 'telefone': '3333-2221'}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contato.setdefault(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28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{'nome': 'Guilherme', 'telefone': '3333-2221', 'idade': 28}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4643db3440_0_2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14643db3440_0_2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{}.update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0" name="Google Shape;250;g14643db3440_0_2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51" name="Google Shape;251;g14643db3440_0_25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contatos.update({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}})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{'guilherme@gmail.com': {'nome': 'Gui'}}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contatos.update({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"3322-8181"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}})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{'guilherme@gmail.com': {'nome': 'Gui'}, 'giovanna@gmail.com': {'nome': 'Giovanna', 'telefone': '3322-8181'}}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4643db3440_0_25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14643db3440_0_25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{}.values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" name="Google Shape;258;g14643db3440_0_2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59" name="Google Shape;259;g14643db3440_0_259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contatos.values()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dict_values([{'nome': 'Guilherme', 'telefone': '3333-2221'}, {'nome': 'Giovanna', 'telefone': '3443-2121'}, {'nome': 'Chappie', 'telefone': '3344-9871'}, {'nome': 'Melaine', 'telefone': '3333-7766'}])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4643db3440_0_13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14643db3440_0_13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" name="Google Shape;266;g14643db3440_0_1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7" name="Google Shape;267;g14643db3440_0_139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"megui@gmail.com"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4652654031_0_1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14652654031_0_1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4" name="Google Shape;274;g14652654031_0_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5" name="Google Shape;275;g14652654031_0_1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{'guilherme@gmail.com': {'nome': 'Guilherme'}, 'giovanna@gmail.com': {'nome': 'Giovanna', 'telefone': '3443-2121'}, 'melaine@gmail.com': {'nome': 'Melaine', 'telefone': '3333-7766'}}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4643db3440_0_146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g14643db3440_0_1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sp>
        <p:nvSpPr>
          <p:cNvPr id="282" name="Google Shape;282;g14643db3440_0_146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14643db3440_0_146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14643db3440_0_146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14643db3440_0_146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2" name="Google Shape;29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9" name="Google Shape;29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C35B9C-417F-47F2-B575-5F126174342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2.xml><?xml version="1.0" encoding="utf-8"?>
<ds:datastoreItem xmlns:ds="http://schemas.openxmlformats.org/officeDocument/2006/customXml" ds:itemID="{329D6D15-FE52-414E-8C12-3C929BD16C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E7D82F-426B-4011-B443-83B2EE51F8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31</Slides>
  <Notes>31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2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2025-11-14T03:03:11Z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